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304" r:id="rId2"/>
    <p:sldId id="257" r:id="rId3"/>
    <p:sldId id="374" r:id="rId4"/>
    <p:sldId id="375" r:id="rId5"/>
    <p:sldId id="376" r:id="rId6"/>
    <p:sldId id="378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275" r:id="rId15"/>
  </p:sldIdLst>
  <p:sldSz cx="12192000" cy="6858000"/>
  <p:notesSz cx="6954838" cy="9309100"/>
  <p:embeddedFontLst>
    <p:embeddedFont>
      <p:font typeface="Noto Sans Symbols" panose="020B0604020202020204" charset="0"/>
      <p:regular r:id="rId17"/>
      <p:bold r:id="rId18"/>
    </p:embeddedFont>
    <p:embeddedFont>
      <p:font typeface="Roboto Condensed" panose="02000000000000000000" pitchFamily="2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bold r:id="rId24"/>
      <p:italic r:id="rId25"/>
      <p:boldItalic r:id="rId26"/>
    </p:embeddedFont>
    <p:embeddedFont>
      <p:font typeface="Wingdings 3" panose="05040102010807070707" pitchFamily="18" charset="2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B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FDC6B2-FFC4-4765-A940-7DCB915AF11F}">
  <a:tblStyle styleId="{22FDC6B2-FFC4-4765-A940-7DCB915AF11F}" styleName="Table_0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26186E-AC58-4C54-8ADE-D89CEDBEA164}" styleName="Table_1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9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05A3A-93A6-43EB-A3A8-5D8BA7C48829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CC488280-0A6D-46A0-A40C-6999A9D27F4C}">
      <dgm:prSet phldrT="[Text]" custT="1"/>
      <dgm:spPr/>
      <dgm:t>
        <a:bodyPr/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TLD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.org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gm:t>
    </dgm:pt>
    <dgm:pt modelId="{0896B681-0E7A-44E1-9A10-DBE6F01F5CD0}" type="parTrans" cxnId="{C374778C-6B65-40AC-A3D8-E841F3475B45}">
      <dgm:prSet/>
      <dgm:spPr/>
      <dgm:t>
        <a:bodyPr/>
        <a:lstStyle/>
        <a:p>
          <a:endParaRPr lang="en-IN" sz="2400"/>
        </a:p>
      </dgm:t>
    </dgm:pt>
    <dgm:pt modelId="{AA51B1DF-B288-4B80-99E0-53F5A3476BFA}" type="sibTrans" cxnId="{C374778C-6B65-40AC-A3D8-E841F3475B45}">
      <dgm:prSet/>
      <dgm:spPr/>
      <dgm:t>
        <a:bodyPr/>
        <a:lstStyle/>
        <a:p>
          <a:endParaRPr lang="en-IN"/>
        </a:p>
      </dgm:t>
    </dgm:pt>
    <dgm:pt modelId="{DA10431F-0ADF-4353-BE05-9A30508BA7A9}">
      <dgm:prSet phldrT="[Text]" custT="1"/>
      <dgm:spPr/>
      <dgm:t>
        <a:bodyPr/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TLD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.edu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gm:t>
    </dgm:pt>
    <dgm:pt modelId="{3AAC34DE-4AAB-4E33-9E41-847A7EDD4D06}" type="parTrans" cxnId="{45B7C157-9933-4F92-8DAA-1BBA30641D4C}">
      <dgm:prSet/>
      <dgm:spPr/>
      <dgm:t>
        <a:bodyPr/>
        <a:lstStyle/>
        <a:p>
          <a:endParaRPr lang="en-IN" sz="2400"/>
        </a:p>
      </dgm:t>
    </dgm:pt>
    <dgm:pt modelId="{599266EF-1F6F-492C-8388-86A5B9131677}" type="sibTrans" cxnId="{45B7C157-9933-4F92-8DAA-1BBA30641D4C}">
      <dgm:prSet/>
      <dgm:spPr/>
      <dgm:t>
        <a:bodyPr/>
        <a:lstStyle/>
        <a:p>
          <a:endParaRPr lang="en-IN"/>
        </a:p>
      </dgm:t>
    </dgm:pt>
    <dgm:pt modelId="{8B781346-0B9B-4079-8100-555BA15BE2C7}">
      <dgm:prSet custT="1"/>
      <dgm:spPr/>
      <dgm:t>
        <a:bodyPr/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Authoritative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example.com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gm:t>
    </dgm:pt>
    <dgm:pt modelId="{AA840AE3-6240-4A28-BCAE-674FD464AAC4}" type="parTrans" cxnId="{4FA4F9EF-E3FC-42D8-B6E9-D4F62EF9B661}">
      <dgm:prSet/>
      <dgm:spPr/>
      <dgm:t>
        <a:bodyPr/>
        <a:lstStyle/>
        <a:p>
          <a:endParaRPr lang="en-IN" sz="2400"/>
        </a:p>
      </dgm:t>
    </dgm:pt>
    <dgm:pt modelId="{D2DB4F89-85C3-490C-A25F-BE34D68A7D28}" type="sibTrans" cxnId="{4FA4F9EF-E3FC-42D8-B6E9-D4F62EF9B661}">
      <dgm:prSet/>
      <dgm:spPr/>
      <dgm:t>
        <a:bodyPr/>
        <a:lstStyle/>
        <a:p>
          <a:endParaRPr lang="en-IN"/>
        </a:p>
      </dgm:t>
    </dgm:pt>
    <dgm:pt modelId="{78904CEC-9678-4463-8305-BD25AB5CB9E4}">
      <dgm:prSet custT="1"/>
      <dgm:spPr/>
      <dgm:t>
        <a:bodyPr/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Authoritative server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gm:t>
    </dgm:pt>
    <dgm:pt modelId="{BCBD4C8C-CAA2-4706-ABF8-6E08623CDF12}" type="parTrans" cxnId="{1335ACAF-4A23-4B3E-9100-65923EC8B0D7}">
      <dgm:prSet/>
      <dgm:spPr/>
      <dgm:t>
        <a:bodyPr/>
        <a:lstStyle/>
        <a:p>
          <a:endParaRPr lang="en-IN" sz="2400"/>
        </a:p>
      </dgm:t>
    </dgm:pt>
    <dgm:pt modelId="{1119C862-D05C-4E5F-8318-5D316833849B}" type="sibTrans" cxnId="{1335ACAF-4A23-4B3E-9100-65923EC8B0D7}">
      <dgm:prSet/>
      <dgm:spPr/>
      <dgm:t>
        <a:bodyPr/>
        <a:lstStyle/>
        <a:p>
          <a:endParaRPr lang="en-IN"/>
        </a:p>
      </dgm:t>
    </dgm:pt>
    <dgm:pt modelId="{1B126289-A8A1-423F-93BD-D5EF189DE3E9}">
      <dgm:prSet custT="1"/>
      <dgm:spPr/>
      <dgm:t>
        <a:bodyPr/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Authoritative server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gm:t>
    </dgm:pt>
    <dgm:pt modelId="{27125434-46FD-4A9B-8E01-BEB4C5C11035}" type="parTrans" cxnId="{E228FDA8-8DAE-4F28-87C8-52D70DCF3200}">
      <dgm:prSet/>
      <dgm:spPr/>
      <dgm:t>
        <a:bodyPr/>
        <a:lstStyle/>
        <a:p>
          <a:endParaRPr lang="en-IN" sz="2400"/>
        </a:p>
      </dgm:t>
    </dgm:pt>
    <dgm:pt modelId="{285D20C5-9AF4-410F-8D5E-AC386A0E7254}" type="sibTrans" cxnId="{E228FDA8-8DAE-4F28-87C8-52D70DCF3200}">
      <dgm:prSet/>
      <dgm:spPr/>
      <dgm:t>
        <a:bodyPr/>
        <a:lstStyle/>
        <a:p>
          <a:endParaRPr lang="en-IN"/>
        </a:p>
      </dgm:t>
    </dgm:pt>
    <dgm:pt modelId="{FDE605F6-1CDB-424B-9371-F2B1E707DCB9}">
      <dgm:prSet phldrT="[Text]" custT="1"/>
      <dgm:spPr/>
      <dgm:t>
        <a:bodyPr/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TLD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.com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gm:t>
    </dgm:pt>
    <dgm:pt modelId="{237584D0-B30A-4429-A147-87AC10C88E0F}" type="sibTrans" cxnId="{77B7519D-216F-41DE-835D-0CE7EC68D387}">
      <dgm:prSet/>
      <dgm:spPr/>
      <dgm:t>
        <a:bodyPr/>
        <a:lstStyle/>
        <a:p>
          <a:endParaRPr lang="en-IN"/>
        </a:p>
      </dgm:t>
    </dgm:pt>
    <dgm:pt modelId="{A7797C7E-E893-4894-9135-ACAE05633029}" type="parTrans" cxnId="{77B7519D-216F-41DE-835D-0CE7EC68D387}">
      <dgm:prSet/>
      <dgm:spPr/>
      <dgm:t>
        <a:bodyPr/>
        <a:lstStyle/>
        <a:p>
          <a:endParaRPr lang="en-IN" sz="2400"/>
        </a:p>
      </dgm:t>
    </dgm:pt>
    <dgm:pt modelId="{9E44441B-1AB2-4F94-B737-FED1EF2738EA}">
      <dgm:prSet phldrT="[Text]" custT="1"/>
      <dgm:spPr/>
      <dgm:t>
        <a:bodyPr/>
        <a:lstStyle/>
        <a:p>
          <a:pPr marR="0" algn="ctr" rtl="0">
            <a:lnSpc>
              <a:spcPct val="90000"/>
            </a:lnSpc>
            <a:spcBef>
              <a:spcPts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  <a:sym typeface="Roboto Condensed"/>
            </a:rPr>
            <a:t>Root Server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  <a:sym typeface="Roboto Condensed"/>
          </a:endParaRPr>
        </a:p>
      </dgm:t>
    </dgm:pt>
    <dgm:pt modelId="{321E11FA-BE68-4456-AB93-663A54388AE3}" type="sibTrans" cxnId="{DC4DB1BC-C42A-4ED5-A419-7CD40B9BA257}">
      <dgm:prSet/>
      <dgm:spPr/>
      <dgm:t>
        <a:bodyPr/>
        <a:lstStyle/>
        <a:p>
          <a:endParaRPr lang="en-IN"/>
        </a:p>
      </dgm:t>
    </dgm:pt>
    <dgm:pt modelId="{044F23E3-4658-4567-BEA6-73453BA85808}" type="parTrans" cxnId="{DC4DB1BC-C42A-4ED5-A419-7CD40B9BA257}">
      <dgm:prSet/>
      <dgm:spPr/>
      <dgm:t>
        <a:bodyPr/>
        <a:lstStyle/>
        <a:p>
          <a:endParaRPr lang="en-IN"/>
        </a:p>
      </dgm:t>
    </dgm:pt>
    <dgm:pt modelId="{20BCE6E4-C867-436B-90A5-3163CA562C23}" type="pres">
      <dgm:prSet presAssocID="{C2F05A3A-93A6-43EB-A3A8-5D8BA7C4882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CA1DAE4-0DDE-44E2-806B-EDB1C5881AC3}" type="pres">
      <dgm:prSet presAssocID="{9E44441B-1AB2-4F94-B737-FED1EF2738EA}" presName="hierRoot1" presStyleCnt="0">
        <dgm:presLayoutVars>
          <dgm:hierBranch val="init"/>
        </dgm:presLayoutVars>
      </dgm:prSet>
      <dgm:spPr/>
    </dgm:pt>
    <dgm:pt modelId="{0D641BE8-1E07-4481-B747-79EDC5A31F03}" type="pres">
      <dgm:prSet presAssocID="{9E44441B-1AB2-4F94-B737-FED1EF2738EA}" presName="rootComposite1" presStyleCnt="0"/>
      <dgm:spPr/>
    </dgm:pt>
    <dgm:pt modelId="{640CE08D-A4C4-4C55-9622-3FBF2B2FF5D6}" type="pres">
      <dgm:prSet presAssocID="{9E44441B-1AB2-4F94-B737-FED1EF2738EA}" presName="rootText1" presStyleLbl="node0" presStyleIdx="0" presStyleCnt="1" custScaleX="155323">
        <dgm:presLayoutVars>
          <dgm:chPref val="3"/>
        </dgm:presLayoutVars>
      </dgm:prSet>
      <dgm:spPr/>
    </dgm:pt>
    <dgm:pt modelId="{ECF19102-ABBA-43A0-A695-105E74D657CD}" type="pres">
      <dgm:prSet presAssocID="{9E44441B-1AB2-4F94-B737-FED1EF2738EA}" presName="rootConnector1" presStyleLbl="node1" presStyleIdx="0" presStyleCnt="0"/>
      <dgm:spPr/>
    </dgm:pt>
    <dgm:pt modelId="{EEB86C58-81FC-41CF-8039-5E02E03317CD}" type="pres">
      <dgm:prSet presAssocID="{9E44441B-1AB2-4F94-B737-FED1EF2738EA}" presName="hierChild2" presStyleCnt="0"/>
      <dgm:spPr/>
    </dgm:pt>
    <dgm:pt modelId="{1B3C3106-6E5F-401C-9815-F1F74F6987F0}" type="pres">
      <dgm:prSet presAssocID="{A7797C7E-E893-4894-9135-ACAE05633029}" presName="Name37" presStyleLbl="parChTrans1D2" presStyleIdx="0" presStyleCnt="3"/>
      <dgm:spPr/>
    </dgm:pt>
    <dgm:pt modelId="{46367704-94B5-456B-9461-27796A3D6B67}" type="pres">
      <dgm:prSet presAssocID="{FDE605F6-1CDB-424B-9371-F2B1E707DCB9}" presName="hierRoot2" presStyleCnt="0">
        <dgm:presLayoutVars>
          <dgm:hierBranch val="init"/>
        </dgm:presLayoutVars>
      </dgm:prSet>
      <dgm:spPr/>
    </dgm:pt>
    <dgm:pt modelId="{1F3DD325-1E37-4AD4-B13B-E6597604E1E8}" type="pres">
      <dgm:prSet presAssocID="{FDE605F6-1CDB-424B-9371-F2B1E707DCB9}" presName="rootComposite" presStyleCnt="0"/>
      <dgm:spPr/>
    </dgm:pt>
    <dgm:pt modelId="{25BBCC6C-9ECD-4069-8FBC-3DB49E63E837}" type="pres">
      <dgm:prSet presAssocID="{FDE605F6-1CDB-424B-9371-F2B1E707DCB9}" presName="rootText" presStyleLbl="node2" presStyleIdx="0" presStyleCnt="3">
        <dgm:presLayoutVars>
          <dgm:chPref val="3"/>
        </dgm:presLayoutVars>
      </dgm:prSet>
      <dgm:spPr/>
    </dgm:pt>
    <dgm:pt modelId="{38519951-496D-44DD-AFFC-369A9EBCDE84}" type="pres">
      <dgm:prSet presAssocID="{FDE605F6-1CDB-424B-9371-F2B1E707DCB9}" presName="rootConnector" presStyleLbl="node2" presStyleIdx="0" presStyleCnt="3"/>
      <dgm:spPr/>
    </dgm:pt>
    <dgm:pt modelId="{673A9C1F-7E00-4FEE-B541-ABE91C1F3D82}" type="pres">
      <dgm:prSet presAssocID="{FDE605F6-1CDB-424B-9371-F2B1E707DCB9}" presName="hierChild4" presStyleCnt="0"/>
      <dgm:spPr/>
    </dgm:pt>
    <dgm:pt modelId="{EC8634D2-ABCE-454C-BBA6-A57B528FF232}" type="pres">
      <dgm:prSet presAssocID="{AA840AE3-6240-4A28-BCAE-674FD464AAC4}" presName="Name37" presStyleLbl="parChTrans1D3" presStyleIdx="0" presStyleCnt="3"/>
      <dgm:spPr/>
    </dgm:pt>
    <dgm:pt modelId="{17C61D80-20E0-4DF8-928F-3B3414F8A7A1}" type="pres">
      <dgm:prSet presAssocID="{8B781346-0B9B-4079-8100-555BA15BE2C7}" presName="hierRoot2" presStyleCnt="0">
        <dgm:presLayoutVars>
          <dgm:hierBranch val="init"/>
        </dgm:presLayoutVars>
      </dgm:prSet>
      <dgm:spPr/>
    </dgm:pt>
    <dgm:pt modelId="{F1A0CD3D-9A01-4F69-A855-6048AFD05477}" type="pres">
      <dgm:prSet presAssocID="{8B781346-0B9B-4079-8100-555BA15BE2C7}" presName="rootComposite" presStyleCnt="0"/>
      <dgm:spPr/>
    </dgm:pt>
    <dgm:pt modelId="{1544F7C5-7EC8-41E7-B008-9CD836A9F6DC}" type="pres">
      <dgm:prSet presAssocID="{8B781346-0B9B-4079-8100-555BA15BE2C7}" presName="rootText" presStyleLbl="node3" presStyleIdx="0" presStyleCnt="3" custScaleX="121965" custScaleY="119335">
        <dgm:presLayoutVars>
          <dgm:chPref val="3"/>
        </dgm:presLayoutVars>
      </dgm:prSet>
      <dgm:spPr/>
    </dgm:pt>
    <dgm:pt modelId="{0B0D4417-4710-4A90-8BFD-82BB878041DC}" type="pres">
      <dgm:prSet presAssocID="{8B781346-0B9B-4079-8100-555BA15BE2C7}" presName="rootConnector" presStyleLbl="node3" presStyleIdx="0" presStyleCnt="3"/>
      <dgm:spPr/>
    </dgm:pt>
    <dgm:pt modelId="{6984FFDE-7858-4455-BBB9-A5C4616F09AE}" type="pres">
      <dgm:prSet presAssocID="{8B781346-0B9B-4079-8100-555BA15BE2C7}" presName="hierChild4" presStyleCnt="0"/>
      <dgm:spPr/>
    </dgm:pt>
    <dgm:pt modelId="{5996B94C-7BD7-4C79-A8FD-A05419F90146}" type="pres">
      <dgm:prSet presAssocID="{8B781346-0B9B-4079-8100-555BA15BE2C7}" presName="hierChild5" presStyleCnt="0"/>
      <dgm:spPr/>
    </dgm:pt>
    <dgm:pt modelId="{AC070417-4538-400A-9AC0-2A723DE1C159}" type="pres">
      <dgm:prSet presAssocID="{FDE605F6-1CDB-424B-9371-F2B1E707DCB9}" presName="hierChild5" presStyleCnt="0"/>
      <dgm:spPr/>
    </dgm:pt>
    <dgm:pt modelId="{1C88EA9E-229B-4CAC-B2BD-FE35EE8543F3}" type="pres">
      <dgm:prSet presAssocID="{0896B681-0E7A-44E1-9A10-DBE6F01F5CD0}" presName="Name37" presStyleLbl="parChTrans1D2" presStyleIdx="1" presStyleCnt="3"/>
      <dgm:spPr/>
    </dgm:pt>
    <dgm:pt modelId="{9043565F-C3C6-4B03-A0A9-FFD88AE48D8B}" type="pres">
      <dgm:prSet presAssocID="{CC488280-0A6D-46A0-A40C-6999A9D27F4C}" presName="hierRoot2" presStyleCnt="0">
        <dgm:presLayoutVars>
          <dgm:hierBranch val="init"/>
        </dgm:presLayoutVars>
      </dgm:prSet>
      <dgm:spPr/>
    </dgm:pt>
    <dgm:pt modelId="{1770F5E7-E58C-4E93-964A-62ADA2A970FC}" type="pres">
      <dgm:prSet presAssocID="{CC488280-0A6D-46A0-A40C-6999A9D27F4C}" presName="rootComposite" presStyleCnt="0"/>
      <dgm:spPr/>
    </dgm:pt>
    <dgm:pt modelId="{9ED7D52A-260C-41FB-B0B7-2588AF267454}" type="pres">
      <dgm:prSet presAssocID="{CC488280-0A6D-46A0-A40C-6999A9D27F4C}" presName="rootText" presStyleLbl="node2" presStyleIdx="1" presStyleCnt="3">
        <dgm:presLayoutVars>
          <dgm:chPref val="3"/>
        </dgm:presLayoutVars>
      </dgm:prSet>
      <dgm:spPr/>
    </dgm:pt>
    <dgm:pt modelId="{6E7E86DC-870F-4E76-AA1A-8D3329BFC8F0}" type="pres">
      <dgm:prSet presAssocID="{CC488280-0A6D-46A0-A40C-6999A9D27F4C}" presName="rootConnector" presStyleLbl="node2" presStyleIdx="1" presStyleCnt="3"/>
      <dgm:spPr/>
    </dgm:pt>
    <dgm:pt modelId="{D4FF8A5B-68A4-45A8-8230-42A9ADF23CBD}" type="pres">
      <dgm:prSet presAssocID="{CC488280-0A6D-46A0-A40C-6999A9D27F4C}" presName="hierChild4" presStyleCnt="0"/>
      <dgm:spPr/>
    </dgm:pt>
    <dgm:pt modelId="{EC1CDCB2-E941-497A-9B62-1DD5958EC9E6}" type="pres">
      <dgm:prSet presAssocID="{BCBD4C8C-CAA2-4706-ABF8-6E08623CDF12}" presName="Name37" presStyleLbl="parChTrans1D3" presStyleIdx="1" presStyleCnt="3"/>
      <dgm:spPr/>
    </dgm:pt>
    <dgm:pt modelId="{4DF77804-0FE9-42BF-A0BB-0CE90C032CBE}" type="pres">
      <dgm:prSet presAssocID="{78904CEC-9678-4463-8305-BD25AB5CB9E4}" presName="hierRoot2" presStyleCnt="0">
        <dgm:presLayoutVars>
          <dgm:hierBranch val="init"/>
        </dgm:presLayoutVars>
      </dgm:prSet>
      <dgm:spPr/>
    </dgm:pt>
    <dgm:pt modelId="{E9E6EEEB-30D9-4939-BE5F-D57138C5B3D3}" type="pres">
      <dgm:prSet presAssocID="{78904CEC-9678-4463-8305-BD25AB5CB9E4}" presName="rootComposite" presStyleCnt="0"/>
      <dgm:spPr/>
    </dgm:pt>
    <dgm:pt modelId="{776D8C5A-B7C0-469A-9FF1-E693E32D5D08}" type="pres">
      <dgm:prSet presAssocID="{78904CEC-9678-4463-8305-BD25AB5CB9E4}" presName="rootText" presStyleLbl="node3" presStyleIdx="1" presStyleCnt="3" custScaleX="117966" custScaleY="115497">
        <dgm:presLayoutVars>
          <dgm:chPref val="3"/>
        </dgm:presLayoutVars>
      </dgm:prSet>
      <dgm:spPr/>
    </dgm:pt>
    <dgm:pt modelId="{6486E083-C6BF-426A-9B5C-AC2615B91E80}" type="pres">
      <dgm:prSet presAssocID="{78904CEC-9678-4463-8305-BD25AB5CB9E4}" presName="rootConnector" presStyleLbl="node3" presStyleIdx="1" presStyleCnt="3"/>
      <dgm:spPr/>
    </dgm:pt>
    <dgm:pt modelId="{A154DFA0-8A16-4361-B9CC-15E975CAE0EC}" type="pres">
      <dgm:prSet presAssocID="{78904CEC-9678-4463-8305-BD25AB5CB9E4}" presName="hierChild4" presStyleCnt="0"/>
      <dgm:spPr/>
    </dgm:pt>
    <dgm:pt modelId="{BC4CEE30-3E2A-4E4F-ABBE-EFF0C0C30FFE}" type="pres">
      <dgm:prSet presAssocID="{78904CEC-9678-4463-8305-BD25AB5CB9E4}" presName="hierChild5" presStyleCnt="0"/>
      <dgm:spPr/>
    </dgm:pt>
    <dgm:pt modelId="{01B15001-967F-47AA-B72F-096574722410}" type="pres">
      <dgm:prSet presAssocID="{CC488280-0A6D-46A0-A40C-6999A9D27F4C}" presName="hierChild5" presStyleCnt="0"/>
      <dgm:spPr/>
    </dgm:pt>
    <dgm:pt modelId="{39A47789-D8EE-4F68-8571-679A13E9F7F5}" type="pres">
      <dgm:prSet presAssocID="{3AAC34DE-4AAB-4E33-9E41-847A7EDD4D06}" presName="Name37" presStyleLbl="parChTrans1D2" presStyleIdx="2" presStyleCnt="3"/>
      <dgm:spPr/>
    </dgm:pt>
    <dgm:pt modelId="{AC6FEC3D-0175-491F-8872-A2775F115170}" type="pres">
      <dgm:prSet presAssocID="{DA10431F-0ADF-4353-BE05-9A30508BA7A9}" presName="hierRoot2" presStyleCnt="0">
        <dgm:presLayoutVars>
          <dgm:hierBranch val="init"/>
        </dgm:presLayoutVars>
      </dgm:prSet>
      <dgm:spPr/>
    </dgm:pt>
    <dgm:pt modelId="{7C2DD046-4DD1-42DB-9E1B-4DAD3B762B3D}" type="pres">
      <dgm:prSet presAssocID="{DA10431F-0ADF-4353-BE05-9A30508BA7A9}" presName="rootComposite" presStyleCnt="0"/>
      <dgm:spPr/>
    </dgm:pt>
    <dgm:pt modelId="{5D008724-CC06-4705-94AE-CD313315911E}" type="pres">
      <dgm:prSet presAssocID="{DA10431F-0ADF-4353-BE05-9A30508BA7A9}" presName="rootText" presStyleLbl="node2" presStyleIdx="2" presStyleCnt="3">
        <dgm:presLayoutVars>
          <dgm:chPref val="3"/>
        </dgm:presLayoutVars>
      </dgm:prSet>
      <dgm:spPr/>
    </dgm:pt>
    <dgm:pt modelId="{0306B788-95CC-4AB9-876E-DC294E36A835}" type="pres">
      <dgm:prSet presAssocID="{DA10431F-0ADF-4353-BE05-9A30508BA7A9}" presName="rootConnector" presStyleLbl="node2" presStyleIdx="2" presStyleCnt="3"/>
      <dgm:spPr/>
    </dgm:pt>
    <dgm:pt modelId="{DDF2205F-6417-4423-927D-62A966822300}" type="pres">
      <dgm:prSet presAssocID="{DA10431F-0ADF-4353-BE05-9A30508BA7A9}" presName="hierChild4" presStyleCnt="0"/>
      <dgm:spPr/>
    </dgm:pt>
    <dgm:pt modelId="{CA15BF68-61F9-45A3-99C0-90EA8301E5BB}" type="pres">
      <dgm:prSet presAssocID="{27125434-46FD-4A9B-8E01-BEB4C5C11035}" presName="Name37" presStyleLbl="parChTrans1D3" presStyleIdx="2" presStyleCnt="3"/>
      <dgm:spPr/>
    </dgm:pt>
    <dgm:pt modelId="{1E7F27A6-8613-4749-A382-FFA02BCDCAFF}" type="pres">
      <dgm:prSet presAssocID="{1B126289-A8A1-423F-93BD-D5EF189DE3E9}" presName="hierRoot2" presStyleCnt="0">
        <dgm:presLayoutVars>
          <dgm:hierBranch val="init"/>
        </dgm:presLayoutVars>
      </dgm:prSet>
      <dgm:spPr/>
    </dgm:pt>
    <dgm:pt modelId="{E6466A1F-A3AA-4BD6-BC9A-225B1EF60364}" type="pres">
      <dgm:prSet presAssocID="{1B126289-A8A1-423F-93BD-D5EF189DE3E9}" presName="rootComposite" presStyleCnt="0"/>
      <dgm:spPr/>
    </dgm:pt>
    <dgm:pt modelId="{D6813137-9A78-40EA-A48D-35554AC9BF6B}" type="pres">
      <dgm:prSet presAssocID="{1B126289-A8A1-423F-93BD-D5EF189DE3E9}" presName="rootText" presStyleLbl="node3" presStyleIdx="2" presStyleCnt="3" custScaleX="120403" custScaleY="115497">
        <dgm:presLayoutVars>
          <dgm:chPref val="3"/>
        </dgm:presLayoutVars>
      </dgm:prSet>
      <dgm:spPr/>
    </dgm:pt>
    <dgm:pt modelId="{C85B3A6B-541A-402E-B132-D7A94D4C63CF}" type="pres">
      <dgm:prSet presAssocID="{1B126289-A8A1-423F-93BD-D5EF189DE3E9}" presName="rootConnector" presStyleLbl="node3" presStyleIdx="2" presStyleCnt="3"/>
      <dgm:spPr/>
    </dgm:pt>
    <dgm:pt modelId="{CFEB94FB-F29F-45B7-9A9F-8EFDDBD1AC9C}" type="pres">
      <dgm:prSet presAssocID="{1B126289-A8A1-423F-93BD-D5EF189DE3E9}" presName="hierChild4" presStyleCnt="0"/>
      <dgm:spPr/>
    </dgm:pt>
    <dgm:pt modelId="{E0514724-E66E-4617-9D07-29AE6DC7BD60}" type="pres">
      <dgm:prSet presAssocID="{1B126289-A8A1-423F-93BD-D5EF189DE3E9}" presName="hierChild5" presStyleCnt="0"/>
      <dgm:spPr/>
    </dgm:pt>
    <dgm:pt modelId="{36418F5F-4F01-4C5B-B3DC-99FE211727E7}" type="pres">
      <dgm:prSet presAssocID="{DA10431F-0ADF-4353-BE05-9A30508BA7A9}" presName="hierChild5" presStyleCnt="0"/>
      <dgm:spPr/>
    </dgm:pt>
    <dgm:pt modelId="{A347A886-1D84-43CC-AADF-AA133C79B586}" type="pres">
      <dgm:prSet presAssocID="{9E44441B-1AB2-4F94-B737-FED1EF2738EA}" presName="hierChild3" presStyleCnt="0"/>
      <dgm:spPr/>
    </dgm:pt>
  </dgm:ptLst>
  <dgm:cxnLst>
    <dgm:cxn modelId="{28BE7528-A09C-4425-9E03-53CECEABF8DA}" type="presOf" srcId="{8B781346-0B9B-4079-8100-555BA15BE2C7}" destId="{1544F7C5-7EC8-41E7-B008-9CD836A9F6DC}" srcOrd="0" destOrd="0" presId="urn:microsoft.com/office/officeart/2005/8/layout/orgChart1"/>
    <dgm:cxn modelId="{E260CD29-00C4-4EA7-8205-C897F79F59D4}" type="presOf" srcId="{CC488280-0A6D-46A0-A40C-6999A9D27F4C}" destId="{6E7E86DC-870F-4E76-AA1A-8D3329BFC8F0}" srcOrd="1" destOrd="0" presId="urn:microsoft.com/office/officeart/2005/8/layout/orgChart1"/>
    <dgm:cxn modelId="{09F22D2E-185F-44D0-8DC5-12854B7D7FBA}" type="presOf" srcId="{DA10431F-0ADF-4353-BE05-9A30508BA7A9}" destId="{0306B788-95CC-4AB9-876E-DC294E36A835}" srcOrd="1" destOrd="0" presId="urn:microsoft.com/office/officeart/2005/8/layout/orgChart1"/>
    <dgm:cxn modelId="{732D4833-5B24-4171-94B2-1ED49E479F10}" type="presOf" srcId="{FDE605F6-1CDB-424B-9371-F2B1E707DCB9}" destId="{25BBCC6C-9ECD-4069-8FBC-3DB49E63E837}" srcOrd="0" destOrd="0" presId="urn:microsoft.com/office/officeart/2005/8/layout/orgChart1"/>
    <dgm:cxn modelId="{06133C40-4F6B-4C95-B968-C7EDAA7519A9}" type="presOf" srcId="{A7797C7E-E893-4894-9135-ACAE05633029}" destId="{1B3C3106-6E5F-401C-9815-F1F74F6987F0}" srcOrd="0" destOrd="0" presId="urn:microsoft.com/office/officeart/2005/8/layout/orgChart1"/>
    <dgm:cxn modelId="{0872C34A-176E-46D8-BD54-F7B843BC5796}" type="presOf" srcId="{DA10431F-0ADF-4353-BE05-9A30508BA7A9}" destId="{5D008724-CC06-4705-94AE-CD313315911E}" srcOrd="0" destOrd="0" presId="urn:microsoft.com/office/officeart/2005/8/layout/orgChart1"/>
    <dgm:cxn modelId="{7C112E4C-E79A-4AF6-92DD-8722BD24DD71}" type="presOf" srcId="{FDE605F6-1CDB-424B-9371-F2B1E707DCB9}" destId="{38519951-496D-44DD-AFFC-369A9EBCDE84}" srcOrd="1" destOrd="0" presId="urn:microsoft.com/office/officeart/2005/8/layout/orgChart1"/>
    <dgm:cxn modelId="{35BD5B73-9F95-4B25-BD8C-EA6A77BA4EC1}" type="presOf" srcId="{8B781346-0B9B-4079-8100-555BA15BE2C7}" destId="{0B0D4417-4710-4A90-8BFD-82BB878041DC}" srcOrd="1" destOrd="0" presId="urn:microsoft.com/office/officeart/2005/8/layout/orgChart1"/>
    <dgm:cxn modelId="{B1FBAA54-6171-4687-AD35-03866E9CD35C}" type="presOf" srcId="{C2F05A3A-93A6-43EB-A3A8-5D8BA7C48829}" destId="{20BCE6E4-C867-436B-90A5-3163CA562C23}" srcOrd="0" destOrd="0" presId="urn:microsoft.com/office/officeart/2005/8/layout/orgChart1"/>
    <dgm:cxn modelId="{68EB5D76-AC1A-4910-928C-2EC3E16B6D1A}" type="presOf" srcId="{78904CEC-9678-4463-8305-BD25AB5CB9E4}" destId="{6486E083-C6BF-426A-9B5C-AC2615B91E80}" srcOrd="1" destOrd="0" presId="urn:microsoft.com/office/officeart/2005/8/layout/orgChart1"/>
    <dgm:cxn modelId="{45B7C157-9933-4F92-8DAA-1BBA30641D4C}" srcId="{9E44441B-1AB2-4F94-B737-FED1EF2738EA}" destId="{DA10431F-0ADF-4353-BE05-9A30508BA7A9}" srcOrd="2" destOrd="0" parTransId="{3AAC34DE-4AAB-4E33-9E41-847A7EDD4D06}" sibTransId="{599266EF-1F6F-492C-8388-86A5B9131677}"/>
    <dgm:cxn modelId="{CB20A385-8744-4FDF-AEBE-9A5F0DC25A1E}" type="presOf" srcId="{27125434-46FD-4A9B-8E01-BEB4C5C11035}" destId="{CA15BF68-61F9-45A3-99C0-90EA8301E5BB}" srcOrd="0" destOrd="0" presId="urn:microsoft.com/office/officeart/2005/8/layout/orgChart1"/>
    <dgm:cxn modelId="{0465C086-1727-47A2-A7EA-F4CCC3D3C8AC}" type="presOf" srcId="{CC488280-0A6D-46A0-A40C-6999A9D27F4C}" destId="{9ED7D52A-260C-41FB-B0B7-2588AF267454}" srcOrd="0" destOrd="0" presId="urn:microsoft.com/office/officeart/2005/8/layout/orgChart1"/>
    <dgm:cxn modelId="{C374778C-6B65-40AC-A3D8-E841F3475B45}" srcId="{9E44441B-1AB2-4F94-B737-FED1EF2738EA}" destId="{CC488280-0A6D-46A0-A40C-6999A9D27F4C}" srcOrd="1" destOrd="0" parTransId="{0896B681-0E7A-44E1-9A10-DBE6F01F5CD0}" sibTransId="{AA51B1DF-B288-4B80-99E0-53F5A3476BFA}"/>
    <dgm:cxn modelId="{B10BC98C-6FE1-4AE3-9230-7EBB69C108A4}" type="presOf" srcId="{1B126289-A8A1-423F-93BD-D5EF189DE3E9}" destId="{C85B3A6B-541A-402E-B132-D7A94D4C63CF}" srcOrd="1" destOrd="0" presId="urn:microsoft.com/office/officeart/2005/8/layout/orgChart1"/>
    <dgm:cxn modelId="{77B7519D-216F-41DE-835D-0CE7EC68D387}" srcId="{9E44441B-1AB2-4F94-B737-FED1EF2738EA}" destId="{FDE605F6-1CDB-424B-9371-F2B1E707DCB9}" srcOrd="0" destOrd="0" parTransId="{A7797C7E-E893-4894-9135-ACAE05633029}" sibTransId="{237584D0-B30A-4429-A147-87AC10C88E0F}"/>
    <dgm:cxn modelId="{0AB605A5-F92C-44D1-BF71-2F265A7CE867}" type="presOf" srcId="{9E44441B-1AB2-4F94-B737-FED1EF2738EA}" destId="{ECF19102-ABBA-43A0-A695-105E74D657CD}" srcOrd="1" destOrd="0" presId="urn:microsoft.com/office/officeart/2005/8/layout/orgChart1"/>
    <dgm:cxn modelId="{112178A5-BDCB-431A-81B6-5CF6BD7F426C}" type="presOf" srcId="{78904CEC-9678-4463-8305-BD25AB5CB9E4}" destId="{776D8C5A-B7C0-469A-9FF1-E693E32D5D08}" srcOrd="0" destOrd="0" presId="urn:microsoft.com/office/officeart/2005/8/layout/orgChart1"/>
    <dgm:cxn modelId="{E228FDA8-8DAE-4F28-87C8-52D70DCF3200}" srcId="{DA10431F-0ADF-4353-BE05-9A30508BA7A9}" destId="{1B126289-A8A1-423F-93BD-D5EF189DE3E9}" srcOrd="0" destOrd="0" parTransId="{27125434-46FD-4A9B-8E01-BEB4C5C11035}" sibTransId="{285D20C5-9AF4-410F-8D5E-AC386A0E7254}"/>
    <dgm:cxn modelId="{C23D25AF-F3EE-42CA-9E17-95DDAA8ABAC8}" type="presOf" srcId="{1B126289-A8A1-423F-93BD-D5EF189DE3E9}" destId="{D6813137-9A78-40EA-A48D-35554AC9BF6B}" srcOrd="0" destOrd="0" presId="urn:microsoft.com/office/officeart/2005/8/layout/orgChart1"/>
    <dgm:cxn modelId="{1335ACAF-4A23-4B3E-9100-65923EC8B0D7}" srcId="{CC488280-0A6D-46A0-A40C-6999A9D27F4C}" destId="{78904CEC-9678-4463-8305-BD25AB5CB9E4}" srcOrd="0" destOrd="0" parTransId="{BCBD4C8C-CAA2-4706-ABF8-6E08623CDF12}" sibTransId="{1119C862-D05C-4E5F-8318-5D316833849B}"/>
    <dgm:cxn modelId="{DC4DB1BC-C42A-4ED5-A419-7CD40B9BA257}" srcId="{C2F05A3A-93A6-43EB-A3A8-5D8BA7C48829}" destId="{9E44441B-1AB2-4F94-B737-FED1EF2738EA}" srcOrd="0" destOrd="0" parTransId="{044F23E3-4658-4567-BEA6-73453BA85808}" sibTransId="{321E11FA-BE68-4456-AB93-663A54388AE3}"/>
    <dgm:cxn modelId="{7AD098C7-99D4-422D-8123-572EEB61CC67}" type="presOf" srcId="{3AAC34DE-4AAB-4E33-9E41-847A7EDD4D06}" destId="{39A47789-D8EE-4F68-8571-679A13E9F7F5}" srcOrd="0" destOrd="0" presId="urn:microsoft.com/office/officeart/2005/8/layout/orgChart1"/>
    <dgm:cxn modelId="{7426E0E3-CD8B-49BC-BDAC-AF0B691B4442}" type="presOf" srcId="{0896B681-0E7A-44E1-9A10-DBE6F01F5CD0}" destId="{1C88EA9E-229B-4CAC-B2BD-FE35EE8543F3}" srcOrd="0" destOrd="0" presId="urn:microsoft.com/office/officeart/2005/8/layout/orgChart1"/>
    <dgm:cxn modelId="{60E1B5E9-44EA-4C18-A1DF-D7D519664FBD}" type="presOf" srcId="{BCBD4C8C-CAA2-4706-ABF8-6E08623CDF12}" destId="{EC1CDCB2-E941-497A-9B62-1DD5958EC9E6}" srcOrd="0" destOrd="0" presId="urn:microsoft.com/office/officeart/2005/8/layout/orgChart1"/>
    <dgm:cxn modelId="{E2C5C7EF-7B8B-4EB9-A9A2-F840C52823F2}" type="presOf" srcId="{9E44441B-1AB2-4F94-B737-FED1EF2738EA}" destId="{640CE08D-A4C4-4C55-9622-3FBF2B2FF5D6}" srcOrd="0" destOrd="0" presId="urn:microsoft.com/office/officeart/2005/8/layout/orgChart1"/>
    <dgm:cxn modelId="{4FA4F9EF-E3FC-42D8-B6E9-D4F62EF9B661}" srcId="{FDE605F6-1CDB-424B-9371-F2B1E707DCB9}" destId="{8B781346-0B9B-4079-8100-555BA15BE2C7}" srcOrd="0" destOrd="0" parTransId="{AA840AE3-6240-4A28-BCAE-674FD464AAC4}" sibTransId="{D2DB4F89-85C3-490C-A25F-BE34D68A7D28}"/>
    <dgm:cxn modelId="{04B3BAFC-12B3-400C-B567-7C81FB606729}" type="presOf" srcId="{AA840AE3-6240-4A28-BCAE-674FD464AAC4}" destId="{EC8634D2-ABCE-454C-BBA6-A57B528FF232}" srcOrd="0" destOrd="0" presId="urn:microsoft.com/office/officeart/2005/8/layout/orgChart1"/>
    <dgm:cxn modelId="{D818B73A-1F7C-40F8-8BE0-32C4E8085DDA}" type="presParOf" srcId="{20BCE6E4-C867-436B-90A5-3163CA562C23}" destId="{4CA1DAE4-0DDE-44E2-806B-EDB1C5881AC3}" srcOrd="0" destOrd="0" presId="urn:microsoft.com/office/officeart/2005/8/layout/orgChart1"/>
    <dgm:cxn modelId="{82E268F9-0C77-48A2-8D77-CFD1EF558AAB}" type="presParOf" srcId="{4CA1DAE4-0DDE-44E2-806B-EDB1C5881AC3}" destId="{0D641BE8-1E07-4481-B747-79EDC5A31F03}" srcOrd="0" destOrd="0" presId="urn:microsoft.com/office/officeart/2005/8/layout/orgChart1"/>
    <dgm:cxn modelId="{EC71F1D7-553C-412E-92DA-C42BDDA85528}" type="presParOf" srcId="{0D641BE8-1E07-4481-B747-79EDC5A31F03}" destId="{640CE08D-A4C4-4C55-9622-3FBF2B2FF5D6}" srcOrd="0" destOrd="0" presId="urn:microsoft.com/office/officeart/2005/8/layout/orgChart1"/>
    <dgm:cxn modelId="{B86E59BA-9EEC-4B26-A322-1BBC25621E29}" type="presParOf" srcId="{0D641BE8-1E07-4481-B747-79EDC5A31F03}" destId="{ECF19102-ABBA-43A0-A695-105E74D657CD}" srcOrd="1" destOrd="0" presId="urn:microsoft.com/office/officeart/2005/8/layout/orgChart1"/>
    <dgm:cxn modelId="{D7A661BB-F175-4C14-856D-5F8F3FBE2C14}" type="presParOf" srcId="{4CA1DAE4-0DDE-44E2-806B-EDB1C5881AC3}" destId="{EEB86C58-81FC-41CF-8039-5E02E03317CD}" srcOrd="1" destOrd="0" presId="urn:microsoft.com/office/officeart/2005/8/layout/orgChart1"/>
    <dgm:cxn modelId="{C329DE97-F9E7-470F-A2B4-AA77C6954E86}" type="presParOf" srcId="{EEB86C58-81FC-41CF-8039-5E02E03317CD}" destId="{1B3C3106-6E5F-401C-9815-F1F74F6987F0}" srcOrd="0" destOrd="0" presId="urn:microsoft.com/office/officeart/2005/8/layout/orgChart1"/>
    <dgm:cxn modelId="{AA228A81-5802-430B-AC30-7E4AB4EC104C}" type="presParOf" srcId="{EEB86C58-81FC-41CF-8039-5E02E03317CD}" destId="{46367704-94B5-456B-9461-27796A3D6B67}" srcOrd="1" destOrd="0" presId="urn:microsoft.com/office/officeart/2005/8/layout/orgChart1"/>
    <dgm:cxn modelId="{E90A1629-A87E-4592-909D-B3D7018AD677}" type="presParOf" srcId="{46367704-94B5-456B-9461-27796A3D6B67}" destId="{1F3DD325-1E37-4AD4-B13B-E6597604E1E8}" srcOrd="0" destOrd="0" presId="urn:microsoft.com/office/officeart/2005/8/layout/orgChart1"/>
    <dgm:cxn modelId="{14E82703-D32E-4DEF-8348-D485F73F98CA}" type="presParOf" srcId="{1F3DD325-1E37-4AD4-B13B-E6597604E1E8}" destId="{25BBCC6C-9ECD-4069-8FBC-3DB49E63E837}" srcOrd="0" destOrd="0" presId="urn:microsoft.com/office/officeart/2005/8/layout/orgChart1"/>
    <dgm:cxn modelId="{C8A8843E-2C98-441B-9D19-C868119D87BA}" type="presParOf" srcId="{1F3DD325-1E37-4AD4-B13B-E6597604E1E8}" destId="{38519951-496D-44DD-AFFC-369A9EBCDE84}" srcOrd="1" destOrd="0" presId="urn:microsoft.com/office/officeart/2005/8/layout/orgChart1"/>
    <dgm:cxn modelId="{65468D0F-24A9-4977-9D10-3D8EF1048F07}" type="presParOf" srcId="{46367704-94B5-456B-9461-27796A3D6B67}" destId="{673A9C1F-7E00-4FEE-B541-ABE91C1F3D82}" srcOrd="1" destOrd="0" presId="urn:microsoft.com/office/officeart/2005/8/layout/orgChart1"/>
    <dgm:cxn modelId="{BA8B1C29-32A3-42E0-8AB7-528587A21CA3}" type="presParOf" srcId="{673A9C1F-7E00-4FEE-B541-ABE91C1F3D82}" destId="{EC8634D2-ABCE-454C-BBA6-A57B528FF232}" srcOrd="0" destOrd="0" presId="urn:microsoft.com/office/officeart/2005/8/layout/orgChart1"/>
    <dgm:cxn modelId="{0A31C46C-7751-4A8D-A4CD-22ED552F6B64}" type="presParOf" srcId="{673A9C1F-7E00-4FEE-B541-ABE91C1F3D82}" destId="{17C61D80-20E0-4DF8-928F-3B3414F8A7A1}" srcOrd="1" destOrd="0" presId="urn:microsoft.com/office/officeart/2005/8/layout/orgChart1"/>
    <dgm:cxn modelId="{CE160FD3-BDAC-4C35-8283-91326DFD1C7B}" type="presParOf" srcId="{17C61D80-20E0-4DF8-928F-3B3414F8A7A1}" destId="{F1A0CD3D-9A01-4F69-A855-6048AFD05477}" srcOrd="0" destOrd="0" presId="urn:microsoft.com/office/officeart/2005/8/layout/orgChart1"/>
    <dgm:cxn modelId="{92D38757-3C92-402F-BAB4-EE4152016E12}" type="presParOf" srcId="{F1A0CD3D-9A01-4F69-A855-6048AFD05477}" destId="{1544F7C5-7EC8-41E7-B008-9CD836A9F6DC}" srcOrd="0" destOrd="0" presId="urn:microsoft.com/office/officeart/2005/8/layout/orgChart1"/>
    <dgm:cxn modelId="{AE0DF395-7137-499D-BF39-8A5360919813}" type="presParOf" srcId="{F1A0CD3D-9A01-4F69-A855-6048AFD05477}" destId="{0B0D4417-4710-4A90-8BFD-82BB878041DC}" srcOrd="1" destOrd="0" presId="urn:microsoft.com/office/officeart/2005/8/layout/orgChart1"/>
    <dgm:cxn modelId="{49F1AC7C-C0C7-4686-A203-51FC737D867A}" type="presParOf" srcId="{17C61D80-20E0-4DF8-928F-3B3414F8A7A1}" destId="{6984FFDE-7858-4455-BBB9-A5C4616F09AE}" srcOrd="1" destOrd="0" presId="urn:microsoft.com/office/officeart/2005/8/layout/orgChart1"/>
    <dgm:cxn modelId="{8A5D679E-507D-46E1-B315-EBCA646430A4}" type="presParOf" srcId="{17C61D80-20E0-4DF8-928F-3B3414F8A7A1}" destId="{5996B94C-7BD7-4C79-A8FD-A05419F90146}" srcOrd="2" destOrd="0" presId="urn:microsoft.com/office/officeart/2005/8/layout/orgChart1"/>
    <dgm:cxn modelId="{ED4EFC1E-D735-4AC3-96DA-129E81C19AE5}" type="presParOf" srcId="{46367704-94B5-456B-9461-27796A3D6B67}" destId="{AC070417-4538-400A-9AC0-2A723DE1C159}" srcOrd="2" destOrd="0" presId="urn:microsoft.com/office/officeart/2005/8/layout/orgChart1"/>
    <dgm:cxn modelId="{61005FFE-13C5-46E8-8D65-CD7D30382FE4}" type="presParOf" srcId="{EEB86C58-81FC-41CF-8039-5E02E03317CD}" destId="{1C88EA9E-229B-4CAC-B2BD-FE35EE8543F3}" srcOrd="2" destOrd="0" presId="urn:microsoft.com/office/officeart/2005/8/layout/orgChart1"/>
    <dgm:cxn modelId="{453FFAEA-B46E-4FC2-8BC2-B13CAF44D58B}" type="presParOf" srcId="{EEB86C58-81FC-41CF-8039-5E02E03317CD}" destId="{9043565F-C3C6-4B03-A0A9-FFD88AE48D8B}" srcOrd="3" destOrd="0" presId="urn:microsoft.com/office/officeart/2005/8/layout/orgChart1"/>
    <dgm:cxn modelId="{4B802E65-0760-4B53-9750-F5E1F1270ECE}" type="presParOf" srcId="{9043565F-C3C6-4B03-A0A9-FFD88AE48D8B}" destId="{1770F5E7-E58C-4E93-964A-62ADA2A970FC}" srcOrd="0" destOrd="0" presId="urn:microsoft.com/office/officeart/2005/8/layout/orgChart1"/>
    <dgm:cxn modelId="{25F7C429-D73F-4AF5-B316-F0C3E2AE429A}" type="presParOf" srcId="{1770F5E7-E58C-4E93-964A-62ADA2A970FC}" destId="{9ED7D52A-260C-41FB-B0B7-2588AF267454}" srcOrd="0" destOrd="0" presId="urn:microsoft.com/office/officeart/2005/8/layout/orgChart1"/>
    <dgm:cxn modelId="{6729ADDE-B5B5-4503-A333-A5294CB23018}" type="presParOf" srcId="{1770F5E7-E58C-4E93-964A-62ADA2A970FC}" destId="{6E7E86DC-870F-4E76-AA1A-8D3329BFC8F0}" srcOrd="1" destOrd="0" presId="urn:microsoft.com/office/officeart/2005/8/layout/orgChart1"/>
    <dgm:cxn modelId="{12752201-8B9E-4829-8CBF-06BF11458B3A}" type="presParOf" srcId="{9043565F-C3C6-4B03-A0A9-FFD88AE48D8B}" destId="{D4FF8A5B-68A4-45A8-8230-42A9ADF23CBD}" srcOrd="1" destOrd="0" presId="urn:microsoft.com/office/officeart/2005/8/layout/orgChart1"/>
    <dgm:cxn modelId="{65B010CB-EBBB-415A-BF08-42DD1707BDE5}" type="presParOf" srcId="{D4FF8A5B-68A4-45A8-8230-42A9ADF23CBD}" destId="{EC1CDCB2-E941-497A-9B62-1DD5958EC9E6}" srcOrd="0" destOrd="0" presId="urn:microsoft.com/office/officeart/2005/8/layout/orgChart1"/>
    <dgm:cxn modelId="{C2DD4786-6031-4EB3-B4D9-4C38366494C5}" type="presParOf" srcId="{D4FF8A5B-68A4-45A8-8230-42A9ADF23CBD}" destId="{4DF77804-0FE9-42BF-A0BB-0CE90C032CBE}" srcOrd="1" destOrd="0" presId="urn:microsoft.com/office/officeart/2005/8/layout/orgChart1"/>
    <dgm:cxn modelId="{1F268234-F52E-4DDD-BACC-F54A20BAD4A9}" type="presParOf" srcId="{4DF77804-0FE9-42BF-A0BB-0CE90C032CBE}" destId="{E9E6EEEB-30D9-4939-BE5F-D57138C5B3D3}" srcOrd="0" destOrd="0" presId="urn:microsoft.com/office/officeart/2005/8/layout/orgChart1"/>
    <dgm:cxn modelId="{C03FC79B-08E4-4CC5-AE28-F921DBB62C7C}" type="presParOf" srcId="{E9E6EEEB-30D9-4939-BE5F-D57138C5B3D3}" destId="{776D8C5A-B7C0-469A-9FF1-E693E32D5D08}" srcOrd="0" destOrd="0" presId="urn:microsoft.com/office/officeart/2005/8/layout/orgChart1"/>
    <dgm:cxn modelId="{0BFDAD9D-B559-4C0C-8001-51C2835E6D54}" type="presParOf" srcId="{E9E6EEEB-30D9-4939-BE5F-D57138C5B3D3}" destId="{6486E083-C6BF-426A-9B5C-AC2615B91E80}" srcOrd="1" destOrd="0" presId="urn:microsoft.com/office/officeart/2005/8/layout/orgChart1"/>
    <dgm:cxn modelId="{AE0272DA-87B5-41C3-AAF3-71F774C74D94}" type="presParOf" srcId="{4DF77804-0FE9-42BF-A0BB-0CE90C032CBE}" destId="{A154DFA0-8A16-4361-B9CC-15E975CAE0EC}" srcOrd="1" destOrd="0" presId="urn:microsoft.com/office/officeart/2005/8/layout/orgChart1"/>
    <dgm:cxn modelId="{75D27B23-B9FD-4E43-9E31-BF01343D5803}" type="presParOf" srcId="{4DF77804-0FE9-42BF-A0BB-0CE90C032CBE}" destId="{BC4CEE30-3E2A-4E4F-ABBE-EFF0C0C30FFE}" srcOrd="2" destOrd="0" presId="urn:microsoft.com/office/officeart/2005/8/layout/orgChart1"/>
    <dgm:cxn modelId="{2E36796E-7638-429B-BBE6-0489BD4A09B0}" type="presParOf" srcId="{9043565F-C3C6-4B03-A0A9-FFD88AE48D8B}" destId="{01B15001-967F-47AA-B72F-096574722410}" srcOrd="2" destOrd="0" presId="urn:microsoft.com/office/officeart/2005/8/layout/orgChart1"/>
    <dgm:cxn modelId="{F439C1FF-1E87-46C9-99CC-A8C5FB171D5F}" type="presParOf" srcId="{EEB86C58-81FC-41CF-8039-5E02E03317CD}" destId="{39A47789-D8EE-4F68-8571-679A13E9F7F5}" srcOrd="4" destOrd="0" presId="urn:microsoft.com/office/officeart/2005/8/layout/orgChart1"/>
    <dgm:cxn modelId="{DF845E3F-6CCB-4407-91A3-AD35159A1B1A}" type="presParOf" srcId="{EEB86C58-81FC-41CF-8039-5E02E03317CD}" destId="{AC6FEC3D-0175-491F-8872-A2775F115170}" srcOrd="5" destOrd="0" presId="urn:microsoft.com/office/officeart/2005/8/layout/orgChart1"/>
    <dgm:cxn modelId="{80CDA76B-DC1F-4536-843A-022251E86E11}" type="presParOf" srcId="{AC6FEC3D-0175-491F-8872-A2775F115170}" destId="{7C2DD046-4DD1-42DB-9E1B-4DAD3B762B3D}" srcOrd="0" destOrd="0" presId="urn:microsoft.com/office/officeart/2005/8/layout/orgChart1"/>
    <dgm:cxn modelId="{0AA07797-B6CD-42FC-8883-B96C8062E53D}" type="presParOf" srcId="{7C2DD046-4DD1-42DB-9E1B-4DAD3B762B3D}" destId="{5D008724-CC06-4705-94AE-CD313315911E}" srcOrd="0" destOrd="0" presId="urn:microsoft.com/office/officeart/2005/8/layout/orgChart1"/>
    <dgm:cxn modelId="{6AD5EB96-D30F-4EF2-8C2E-32F0EEB42632}" type="presParOf" srcId="{7C2DD046-4DD1-42DB-9E1B-4DAD3B762B3D}" destId="{0306B788-95CC-4AB9-876E-DC294E36A835}" srcOrd="1" destOrd="0" presId="urn:microsoft.com/office/officeart/2005/8/layout/orgChart1"/>
    <dgm:cxn modelId="{E5534CC4-B5A0-41D9-A4BF-FAE353D2C32B}" type="presParOf" srcId="{AC6FEC3D-0175-491F-8872-A2775F115170}" destId="{DDF2205F-6417-4423-927D-62A966822300}" srcOrd="1" destOrd="0" presId="urn:microsoft.com/office/officeart/2005/8/layout/orgChart1"/>
    <dgm:cxn modelId="{08B632E6-A4BE-4122-BFE5-43820031B60D}" type="presParOf" srcId="{DDF2205F-6417-4423-927D-62A966822300}" destId="{CA15BF68-61F9-45A3-99C0-90EA8301E5BB}" srcOrd="0" destOrd="0" presId="urn:microsoft.com/office/officeart/2005/8/layout/orgChart1"/>
    <dgm:cxn modelId="{72924A29-C135-4276-AB9F-E969EDFD6056}" type="presParOf" srcId="{DDF2205F-6417-4423-927D-62A966822300}" destId="{1E7F27A6-8613-4749-A382-FFA02BCDCAFF}" srcOrd="1" destOrd="0" presId="urn:microsoft.com/office/officeart/2005/8/layout/orgChart1"/>
    <dgm:cxn modelId="{B72A08B6-BB33-4876-ACA1-C4BECF068E94}" type="presParOf" srcId="{1E7F27A6-8613-4749-A382-FFA02BCDCAFF}" destId="{E6466A1F-A3AA-4BD6-BC9A-225B1EF60364}" srcOrd="0" destOrd="0" presId="urn:microsoft.com/office/officeart/2005/8/layout/orgChart1"/>
    <dgm:cxn modelId="{EC0B1EF8-5E94-4A03-AD6F-2000C59AF1D2}" type="presParOf" srcId="{E6466A1F-A3AA-4BD6-BC9A-225B1EF60364}" destId="{D6813137-9A78-40EA-A48D-35554AC9BF6B}" srcOrd="0" destOrd="0" presId="urn:microsoft.com/office/officeart/2005/8/layout/orgChart1"/>
    <dgm:cxn modelId="{D9E2A758-3C82-48FC-AADA-4754FB889166}" type="presParOf" srcId="{E6466A1F-A3AA-4BD6-BC9A-225B1EF60364}" destId="{C85B3A6B-541A-402E-B132-D7A94D4C63CF}" srcOrd="1" destOrd="0" presId="urn:microsoft.com/office/officeart/2005/8/layout/orgChart1"/>
    <dgm:cxn modelId="{821B9619-C223-41C8-BA7B-28FBFEDE14BE}" type="presParOf" srcId="{1E7F27A6-8613-4749-A382-FFA02BCDCAFF}" destId="{CFEB94FB-F29F-45B7-9A9F-8EFDDBD1AC9C}" srcOrd="1" destOrd="0" presId="urn:microsoft.com/office/officeart/2005/8/layout/orgChart1"/>
    <dgm:cxn modelId="{59BF0B5C-3307-4E26-B955-CB30E1CC0D76}" type="presParOf" srcId="{1E7F27A6-8613-4749-A382-FFA02BCDCAFF}" destId="{E0514724-E66E-4617-9D07-29AE6DC7BD60}" srcOrd="2" destOrd="0" presId="urn:microsoft.com/office/officeart/2005/8/layout/orgChart1"/>
    <dgm:cxn modelId="{A3EBF888-0BE5-477D-BA98-935165DC2ACE}" type="presParOf" srcId="{AC6FEC3D-0175-491F-8872-A2775F115170}" destId="{36418F5F-4F01-4C5B-B3DC-99FE211727E7}" srcOrd="2" destOrd="0" presId="urn:microsoft.com/office/officeart/2005/8/layout/orgChart1"/>
    <dgm:cxn modelId="{5752E1BC-914C-4AC8-875A-E8FF478CB166}" type="presParOf" srcId="{4CA1DAE4-0DDE-44E2-806B-EDB1C5881AC3}" destId="{A347A886-1D84-43CC-AADF-AA133C79B58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5BF68-61F9-45A3-99C0-90EA8301E5BB}">
      <dsp:nvSpPr>
        <dsp:cNvPr id="0" name=""/>
        <dsp:cNvSpPr/>
      </dsp:nvSpPr>
      <dsp:spPr>
        <a:xfrm>
          <a:off x="7079646" y="2465802"/>
          <a:ext cx="305387" cy="10153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5397"/>
              </a:lnTo>
              <a:lnTo>
                <a:pt x="305387" y="101539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A47789-D8EE-4F68-8571-679A13E9F7F5}">
      <dsp:nvSpPr>
        <dsp:cNvPr id="0" name=""/>
        <dsp:cNvSpPr/>
      </dsp:nvSpPr>
      <dsp:spPr>
        <a:xfrm>
          <a:off x="5024074" y="1020302"/>
          <a:ext cx="2869938" cy="427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771"/>
              </a:lnTo>
              <a:lnTo>
                <a:pt x="2869938" y="213771"/>
              </a:lnTo>
              <a:lnTo>
                <a:pt x="2869938" y="427542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1CDCB2-E941-497A-9B62-1DD5958EC9E6}">
      <dsp:nvSpPr>
        <dsp:cNvPr id="0" name=""/>
        <dsp:cNvSpPr/>
      </dsp:nvSpPr>
      <dsp:spPr>
        <a:xfrm>
          <a:off x="4250415" y="2465802"/>
          <a:ext cx="305387" cy="10153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5397"/>
              </a:lnTo>
              <a:lnTo>
                <a:pt x="305387" y="101539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88EA9E-229B-4CAC-B2BD-FE35EE8543F3}">
      <dsp:nvSpPr>
        <dsp:cNvPr id="0" name=""/>
        <dsp:cNvSpPr/>
      </dsp:nvSpPr>
      <dsp:spPr>
        <a:xfrm>
          <a:off x="4978354" y="1020302"/>
          <a:ext cx="91440" cy="42754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3771"/>
              </a:lnTo>
              <a:lnTo>
                <a:pt x="86428" y="213771"/>
              </a:lnTo>
              <a:lnTo>
                <a:pt x="86428" y="427542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8634D2-ABCE-454C-BBA6-A57B528FF232}">
      <dsp:nvSpPr>
        <dsp:cNvPr id="0" name=""/>
        <dsp:cNvSpPr/>
      </dsp:nvSpPr>
      <dsp:spPr>
        <a:xfrm>
          <a:off x="1339768" y="2465802"/>
          <a:ext cx="305387" cy="1034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4932"/>
              </a:lnTo>
              <a:lnTo>
                <a:pt x="305387" y="1034932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3C3106-6E5F-401C-9815-F1F74F6987F0}">
      <dsp:nvSpPr>
        <dsp:cNvPr id="0" name=""/>
        <dsp:cNvSpPr/>
      </dsp:nvSpPr>
      <dsp:spPr>
        <a:xfrm>
          <a:off x="2154135" y="1020302"/>
          <a:ext cx="2869938" cy="427542"/>
        </a:xfrm>
        <a:custGeom>
          <a:avLst/>
          <a:gdLst/>
          <a:ahLst/>
          <a:cxnLst/>
          <a:rect l="0" t="0" r="0" b="0"/>
          <a:pathLst>
            <a:path>
              <a:moveTo>
                <a:pt x="2869938" y="0"/>
              </a:moveTo>
              <a:lnTo>
                <a:pt x="2869938" y="213771"/>
              </a:lnTo>
              <a:lnTo>
                <a:pt x="0" y="213771"/>
              </a:lnTo>
              <a:lnTo>
                <a:pt x="0" y="427542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CE08D-A4C4-4C55-9622-3FBF2B2FF5D6}">
      <dsp:nvSpPr>
        <dsp:cNvPr id="0" name=""/>
        <dsp:cNvSpPr/>
      </dsp:nvSpPr>
      <dsp:spPr>
        <a:xfrm>
          <a:off x="3442951" y="2344"/>
          <a:ext cx="3162245" cy="10179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marR="0" lvl="0" indent="0" algn="ctr" defTabSz="1066800" rtl="0">
            <a:lnSpc>
              <a:spcPct val="90000"/>
            </a:lnSpc>
            <a:spcBef>
              <a:spcPts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  <a:sym typeface="Roboto Condensed"/>
            </a:rPr>
            <a:t>Root Server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  <a:sym typeface="Roboto Condensed"/>
          </a:endParaRPr>
        </a:p>
      </dsp:txBody>
      <dsp:txXfrm>
        <a:off x="3442951" y="2344"/>
        <a:ext cx="3162245" cy="1017957"/>
      </dsp:txXfrm>
    </dsp:sp>
    <dsp:sp modelId="{25BBCC6C-9ECD-4069-8FBC-3DB49E63E837}">
      <dsp:nvSpPr>
        <dsp:cNvPr id="0" name=""/>
        <dsp:cNvSpPr/>
      </dsp:nvSpPr>
      <dsp:spPr>
        <a:xfrm>
          <a:off x="1136177" y="1447844"/>
          <a:ext cx="2035915" cy="10179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TLD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.com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sp:txBody>
      <dsp:txXfrm>
        <a:off x="1136177" y="1447844"/>
        <a:ext cx="2035915" cy="1017957"/>
      </dsp:txXfrm>
    </dsp:sp>
    <dsp:sp modelId="{1544F7C5-7EC8-41E7-B008-9CD836A9F6DC}">
      <dsp:nvSpPr>
        <dsp:cNvPr id="0" name=""/>
        <dsp:cNvSpPr/>
      </dsp:nvSpPr>
      <dsp:spPr>
        <a:xfrm>
          <a:off x="1645156" y="2893344"/>
          <a:ext cx="2483104" cy="12147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Authoritative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example.com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sp:txBody>
      <dsp:txXfrm>
        <a:off x="1645156" y="2893344"/>
        <a:ext cx="2483104" cy="1214780"/>
      </dsp:txXfrm>
    </dsp:sp>
    <dsp:sp modelId="{9ED7D52A-260C-41FB-B0B7-2588AF267454}">
      <dsp:nvSpPr>
        <dsp:cNvPr id="0" name=""/>
        <dsp:cNvSpPr/>
      </dsp:nvSpPr>
      <dsp:spPr>
        <a:xfrm>
          <a:off x="4046824" y="1447844"/>
          <a:ext cx="2035915" cy="10179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TLD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.org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sp:txBody>
      <dsp:txXfrm>
        <a:off x="4046824" y="1447844"/>
        <a:ext cx="2035915" cy="1017957"/>
      </dsp:txXfrm>
    </dsp:sp>
    <dsp:sp modelId="{776D8C5A-B7C0-469A-9FF1-E693E32D5D08}">
      <dsp:nvSpPr>
        <dsp:cNvPr id="0" name=""/>
        <dsp:cNvSpPr/>
      </dsp:nvSpPr>
      <dsp:spPr>
        <a:xfrm>
          <a:off x="4555803" y="2893344"/>
          <a:ext cx="2401688" cy="1175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Authoritative server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sp:txBody>
      <dsp:txXfrm>
        <a:off x="4555803" y="2893344"/>
        <a:ext cx="2401688" cy="1175710"/>
      </dsp:txXfrm>
    </dsp:sp>
    <dsp:sp modelId="{5D008724-CC06-4705-94AE-CD313315911E}">
      <dsp:nvSpPr>
        <dsp:cNvPr id="0" name=""/>
        <dsp:cNvSpPr/>
      </dsp:nvSpPr>
      <dsp:spPr>
        <a:xfrm>
          <a:off x="6876055" y="1447844"/>
          <a:ext cx="2035915" cy="10179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TLD server</a:t>
          </a:r>
        </a:p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.edu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sp:txBody>
      <dsp:txXfrm>
        <a:off x="6876055" y="1447844"/>
        <a:ext cx="2035915" cy="1017957"/>
      </dsp:txXfrm>
    </dsp:sp>
    <dsp:sp modelId="{D6813137-9A78-40EA-A48D-35554AC9BF6B}">
      <dsp:nvSpPr>
        <dsp:cNvPr id="0" name=""/>
        <dsp:cNvSpPr/>
      </dsp:nvSpPr>
      <dsp:spPr>
        <a:xfrm>
          <a:off x="7385034" y="2893344"/>
          <a:ext cx="2451303" cy="1175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marR="0" lvl="0" indent="0" algn="ctr" defTabSz="1511300" rtl="0">
            <a:lnSpc>
              <a:spcPct val="90000"/>
            </a:lnSpc>
            <a:spcBef>
              <a:spcPct val="0"/>
            </a:spcBef>
            <a:spcAft>
              <a:spcPts val="0"/>
            </a:spcAft>
            <a:buClr>
              <a:srgbClr val="363636"/>
            </a:buClr>
            <a:buSzPts val="3400"/>
            <a:buFont typeface="Roboto Condensed"/>
            <a:buNone/>
          </a:pPr>
          <a:r>
            <a:rPr lang="en-IN" sz="2400" b="1" i="0" u="none" strike="noStrike" kern="1200" cap="none">
              <a:effectLst/>
              <a:latin typeface="Roboto Condensed"/>
              <a:ea typeface="Roboto Condensed"/>
              <a:cs typeface="Roboto Condensed"/>
            </a:rPr>
            <a:t>Authoritative server</a:t>
          </a:r>
          <a:endParaRPr lang="en-IN" sz="2400" b="1" i="0" u="none" strike="noStrike" kern="1200" cap="none" dirty="0">
            <a:effectLst/>
            <a:latin typeface="Roboto Condensed"/>
            <a:ea typeface="Roboto Condensed"/>
            <a:cs typeface="Roboto Condensed"/>
          </a:endParaRPr>
        </a:p>
      </dsp:txBody>
      <dsp:txXfrm>
        <a:off x="7385034" y="2893344"/>
        <a:ext cx="2451303" cy="1175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466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795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01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0761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9033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3890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6489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257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microsoft.com/office/2007/relationships/hdphoto" Target="../media/hdphoto1.wdp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Google Shape;58;p4">
            <a:extLst>
              <a:ext uri="{FF2B5EF4-FFF2-40B4-BE49-F238E27FC236}">
                <a16:creationId xmlns:a16="http://schemas.microsoft.com/office/drawing/2014/main" id="{AA4EE127-DE13-E3DF-75B4-AE52B95B1DAA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D8DB2CF5-7937-2400-8ABA-2442D0C9742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8" name="Google Shape;128;p8">
            <a:extLst>
              <a:ext uri="{FF2B5EF4-FFF2-40B4-BE49-F238E27FC236}">
                <a16:creationId xmlns:a16="http://schemas.microsoft.com/office/drawing/2014/main" id="{A7BC8101-C442-39EF-2BA9-EEC2C2936095}"/>
              </a:ext>
            </a:extLst>
          </p:cNvPr>
          <p:cNvSpPr txBox="1"/>
          <p:nvPr userDrawn="1"/>
        </p:nvSpPr>
        <p:spPr>
          <a:xfrm>
            <a:off x="4010025" y="6604005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395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22F1642-4481-D524-FE6D-75FF6CBDEDB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440E780A-0729-39B6-7723-9EC331EB9620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2301CS501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Practical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646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L">
  <p:cSld name="Title and Content - Logo on BL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14" name="Google Shape;114;p8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17" name="Google Shape;117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5" name="Google Shape;125;p8"/>
          <p:cNvGrpSpPr/>
          <p:nvPr/>
        </p:nvGrpSpPr>
        <p:grpSpPr>
          <a:xfrm>
            <a:off x="218352" y="5580556"/>
            <a:ext cx="2554142" cy="828000"/>
            <a:chOff x="131178" y="5775961"/>
            <a:chExt cx="2530238" cy="820250"/>
          </a:xfrm>
        </p:grpSpPr>
        <p:pic>
          <p:nvPicPr>
            <p:cNvPr id="126" name="Google Shape;126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8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193C1-62DE-9B63-C478-582D4EA02555}"/>
              </a:ext>
            </a:extLst>
          </p:cNvPr>
          <p:cNvSpPr txBox="1">
            <a:spLocks/>
          </p:cNvSpPr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786000A6-658B-C3C0-6590-C8DF474BF99B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5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L">
  <p:cSld name="Blanck - Logo on BL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1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67" name="Google Shape;167;p11"/>
          <p:cNvGrpSpPr/>
          <p:nvPr/>
        </p:nvGrpSpPr>
        <p:grpSpPr>
          <a:xfrm>
            <a:off x="37511" y="5776000"/>
            <a:ext cx="2554142" cy="828000"/>
            <a:chOff x="131178" y="5775961"/>
            <a:chExt cx="2530238" cy="820250"/>
          </a:xfrm>
        </p:grpSpPr>
        <p:pic>
          <p:nvPicPr>
            <p:cNvPr id="168" name="Google Shape;168;p1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1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42A034-9800-3080-77A7-221A1B18BBBC}"/>
              </a:ext>
            </a:extLst>
          </p:cNvPr>
          <p:cNvSpPr txBox="1">
            <a:spLocks/>
          </p:cNvSpPr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D28C5961-3104-06B5-E96F-6B868DD89EF5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5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>
            <a:alphaModFix/>
          </a:blip>
          <a:srcRect r="11581" b="21179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3">
            <a:alphaModFix/>
          </a:blip>
          <a:srcRect l="79646" t="18062" r="2730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sz="6000" b="1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r="11581" b="21179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>
            <a:alphaModFix/>
          </a:blip>
          <a:srcRect l="79646" t="18062" r="2730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69807" y="5866956"/>
            <a:ext cx="1778000" cy="8034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49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/>
          <a:stretch/>
        </p:blipFill>
        <p:spPr>
          <a:xfrm>
            <a:off x="959767" y="382703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3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/>
              <a:buNone/>
              <a:defRPr sz="4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4" r:id="rId3"/>
    <p:sldLayoutId id="2147483657" r:id="rId4"/>
    <p:sldLayoutId id="2147483662" r:id="rId5"/>
    <p:sldLayoutId id="214748366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what-is-an-ip-addres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br>
              <a:rPr lang="en-US" sz="4400" b="0" dirty="0">
                <a:latin typeface="Roboto Condensed Light"/>
                <a:ea typeface="Roboto Condensed Light"/>
                <a:sym typeface="Roboto Condensed Light"/>
              </a:rPr>
            </a:br>
            <a:r>
              <a:rPr lang="en-US" sz="4400" b="0" dirty="0"/>
              <a:t>Implementation of DNS, DHCP and FTP</a:t>
            </a:r>
            <a:br>
              <a:rPr lang="en-US" sz="4400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maulik.trivedi@darshan.ac.in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07D4B6-0B64-6A44-BA9C-B9BF69DC2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+91-9998265805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Prof. Maulik D Trivedi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#2301CS501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2831386-25BD-CB4A-8E69-CCA21F5039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5012AC-5C43-CE81-D61F-5FA20BB1D897}"/>
              </a:ext>
            </a:extLst>
          </p:cNvPr>
          <p:cNvSpPr txBox="1"/>
          <p:nvPr/>
        </p:nvSpPr>
        <p:spPr>
          <a:xfrm>
            <a:off x="6096000" y="6460218"/>
            <a:ext cx="6100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Disclaimer: The images used in this presentation are sourced solely for educational and nonprofit purposes. The author of this presentation asserts no ownership or copyright claims over them."</a:t>
            </a:r>
          </a:p>
        </p:txBody>
      </p:sp>
    </p:spTree>
    <p:extLst>
      <p:ext uri="{BB962C8B-B14F-4D97-AF65-F5344CB8AC3E}">
        <p14:creationId xmlns:p14="http://schemas.microsoft.com/office/powerpoint/2010/main" val="23549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14"/>
          <p:cNvCxnSpPr>
            <a:endCxn id="223" idx="0"/>
          </p:cNvCxnSpPr>
          <p:nvPr/>
        </p:nvCxnSpPr>
        <p:spPr>
          <a:xfrm>
            <a:off x="1191446" y="106"/>
            <a:ext cx="0" cy="682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4" name="Google Shape;224;p14"/>
          <p:cNvCxnSpPr/>
          <p:nvPr/>
        </p:nvCxnSpPr>
        <p:spPr>
          <a:xfrm>
            <a:off x="1191446" y="5063613"/>
            <a:ext cx="0" cy="1794387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14"/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✓</a:t>
            </a:r>
            <a:endParaRPr sz="2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527891" y="720132"/>
            <a:ext cx="2568117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  <a:buClr>
                <a:srgbClr val="1D3064"/>
              </a:buClr>
              <a:buSzPts val="6000"/>
            </a:pPr>
            <a:r>
              <a:rPr lang="en-US" sz="36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Outline</a:t>
            </a:r>
            <a:endParaRPr sz="36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26" name="Google Shape;226;p14"/>
          <p:cNvCxnSpPr/>
          <p:nvPr/>
        </p:nvCxnSpPr>
        <p:spPr>
          <a:xfrm>
            <a:off x="1191446" y="1157468"/>
            <a:ext cx="0" cy="3979075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C2EE4A-DA19-F85B-D664-2B3C63D9EB3D}"/>
              </a:ext>
            </a:extLst>
          </p:cNvPr>
          <p:cNvSpPr txBox="1"/>
          <p:nvPr/>
        </p:nvSpPr>
        <p:spPr>
          <a:xfrm>
            <a:off x="1191446" y="1228397"/>
            <a:ext cx="722125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What is DNS?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How DNS works?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Implementation of DNS in CPT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What is DHCP?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Implementation of DHCP in CPT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What is FTP?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Implementation of FTP in CPT</a:t>
            </a:r>
          </a:p>
          <a:p>
            <a:pPr marL="457200" lvl="1"/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457200" lvl="1"/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457200" lvl="1"/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457200" lvl="1"/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lvl="2"/>
            <a:endParaRPr lang="en-IN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DNS (Domain Name system)</a:t>
            </a:r>
          </a:p>
        </p:txBody>
      </p:sp>
      <p:sp>
        <p:nvSpPr>
          <p:cNvPr id="354" name="Google Shape;354;p26"/>
          <p:cNvSpPr txBox="1"/>
          <p:nvPr/>
        </p:nvSpPr>
        <p:spPr>
          <a:xfrm>
            <a:off x="171854" y="1009043"/>
            <a:ext cx="6413769" cy="474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Domain Name System (DNS) is the phonebook of the Internet. 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Humans access information online through domain names, like nytimes.com or espn.com. 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Web browsers interact through Internet Protocol (IP) addresses. DNS translates domain names to IP addresses so browsers can load Internet resources.</a:t>
            </a:r>
            <a:endParaRPr sz="24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10E5E6-1640-F380-759D-07EA034BC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402" y="1009043"/>
            <a:ext cx="5150742" cy="37186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D0BCCA5-3703-13ED-4A18-3A9ED17C3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525" y="4143983"/>
            <a:ext cx="3028073" cy="240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92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CF83-5F4B-F8C0-0C73-DC80FCA1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363636"/>
              </a:buClr>
              <a:buSzPts val="3400"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DNS (Domain Name system)</a:t>
            </a:r>
            <a:endParaRPr lang="en-IN" dirty="0">
              <a:solidFill>
                <a:schemeClr val="tx1"/>
              </a:solidFill>
              <a:latin typeface="Roboto Condensed"/>
              <a:ea typeface="Roboto Condensed"/>
              <a:cs typeface="Roboto Condensed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4A376E-E2CA-D63E-35F5-5A8A0E1EA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488548"/>
              </p:ext>
            </p:extLst>
          </p:nvPr>
        </p:nvGraphicFramePr>
        <p:xfrm>
          <a:off x="401729" y="1717288"/>
          <a:ext cx="10972515" cy="4110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3962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DNS in CPT</a:t>
            </a:r>
          </a:p>
        </p:txBody>
      </p:sp>
      <p:sp>
        <p:nvSpPr>
          <p:cNvPr id="354" name="Google Shape;354;p26"/>
          <p:cNvSpPr txBox="1"/>
          <p:nvPr/>
        </p:nvSpPr>
        <p:spPr>
          <a:xfrm>
            <a:off x="0" y="711201"/>
            <a:ext cx="11799650" cy="522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the DNS server using Cisco Packet Tracer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1: Create network as shown in figure.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endParaRPr sz="24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04E81-5B3E-4C65-D1B2-CC03AC832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869" y="1809346"/>
            <a:ext cx="7636212" cy="47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1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DNS in CPT</a:t>
            </a:r>
          </a:p>
        </p:txBody>
      </p:sp>
      <p:sp>
        <p:nvSpPr>
          <p:cNvPr id="354" name="Google Shape;354;p26"/>
          <p:cNvSpPr txBox="1"/>
          <p:nvPr/>
        </p:nvSpPr>
        <p:spPr>
          <a:xfrm>
            <a:off x="1" y="711200"/>
            <a:ext cx="11799650" cy="522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2: Apply IP configuration to PCs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3: Apply IP configuration to Web Server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4: Go to the config menu of the server and 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           go to services-&gt; HTTP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5: In the web server go to index.html</a:t>
            </a:r>
          </a:p>
          <a:p>
            <a:pPr lvl="4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           design html page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19F10-BA9A-319E-7701-9E032F814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914" y="711199"/>
            <a:ext cx="5598911" cy="481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1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3DFE-C5C6-B504-F92D-A40DBC7D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DNS in CPT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A41C-793D-A8FF-D41F-7B26A689D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578956" cy="5590565"/>
          </a:xfrm>
        </p:spPr>
        <p:txBody>
          <a:bodyPr/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6: Apply IP configuration to DNS Server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7: Go to the config menu of the server and go to services-&gt; DNS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5: Apply Domain Name and IP address and add them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dirty="0"/>
              <a:t>Step 6: Now go to PCs and open web browser to open the website using domain name </a:t>
            </a:r>
            <a:endParaRPr lang="en-IN" sz="24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None/>
            </a:pP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B63D5E-BF4D-28D7-E9C4-676DD09F5E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2"/>
          <a:stretch/>
        </p:blipFill>
        <p:spPr>
          <a:xfrm>
            <a:off x="6096706" y="863444"/>
            <a:ext cx="5943919" cy="5131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A82454-1F3E-A132-6C12-CF69F67FB393}"/>
              </a:ext>
            </a:extLst>
          </p:cNvPr>
          <p:cNvCxnSpPr>
            <a:cxnSpLocks/>
          </p:cNvCxnSpPr>
          <p:nvPr/>
        </p:nvCxnSpPr>
        <p:spPr>
          <a:xfrm flipV="1">
            <a:off x="5710137" y="2287700"/>
            <a:ext cx="3287948" cy="455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D2BCF6-B2FD-47AB-D7C8-0A55E0058177}"/>
              </a:ext>
            </a:extLst>
          </p:cNvPr>
          <p:cNvCxnSpPr>
            <a:cxnSpLocks/>
          </p:cNvCxnSpPr>
          <p:nvPr/>
        </p:nvCxnSpPr>
        <p:spPr>
          <a:xfrm flipV="1">
            <a:off x="5642043" y="2582386"/>
            <a:ext cx="3329345" cy="3130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9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600F-F28E-1869-3E96-5C3D3BD7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DHCP (Dynamic Host Configuration Protocol)</a:t>
            </a:r>
            <a:endParaRPr lang="en-IN" dirty="0">
              <a:solidFill>
                <a:schemeClr val="tx1"/>
              </a:solidFill>
              <a:latin typeface="Roboto Condensed"/>
              <a:ea typeface="Roboto Condensed"/>
              <a:cs typeface="Roboto Condense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7F5FE-D408-A149-11CD-0FFB8E4E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DHCP stands for Dynamic Host Configuration Protocol. </a:t>
            </a:r>
          </a:p>
          <a:p>
            <a:r>
              <a:rPr lang="en-US" dirty="0"/>
              <a:t>DHCP helps enterprises to smoothly manage the allocation of 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 addresses</a:t>
            </a:r>
            <a:r>
              <a:rPr lang="en-US" dirty="0"/>
              <a:t> to the end-user clients’ devices such as desktops, laptops</a:t>
            </a:r>
          </a:p>
          <a:p>
            <a:r>
              <a:rPr lang="en-US" dirty="0"/>
              <a:t>DHCP helps in managing the entire process automatically and centrally. DHCP helps maintain a unique IP address for a host using the server.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99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DHCP in CPT</a:t>
            </a:r>
          </a:p>
        </p:txBody>
      </p:sp>
      <p:sp>
        <p:nvSpPr>
          <p:cNvPr id="354" name="Google Shape;354;p26"/>
          <p:cNvSpPr txBox="1"/>
          <p:nvPr/>
        </p:nvSpPr>
        <p:spPr>
          <a:xfrm>
            <a:off x="0" y="711201"/>
            <a:ext cx="11799650" cy="522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the DHCP server using Cisco Packet Tracer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1: Create network as shown in figure.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endParaRPr sz="24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E518B-87ED-F719-E71B-843E26170B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854" b="11197"/>
          <a:stretch/>
        </p:blipFill>
        <p:spPr>
          <a:xfrm>
            <a:off x="1468477" y="2354094"/>
            <a:ext cx="7173326" cy="312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7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DHCP in CPT</a:t>
            </a:r>
          </a:p>
        </p:txBody>
      </p:sp>
      <p:sp>
        <p:nvSpPr>
          <p:cNvPr id="354" name="Google Shape;354;p26"/>
          <p:cNvSpPr txBox="1"/>
          <p:nvPr/>
        </p:nvSpPr>
        <p:spPr>
          <a:xfrm>
            <a:off x="78241" y="954393"/>
            <a:ext cx="6017759" cy="522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2: Apply IP configuration to PCs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3: Apply IP configuration to DHCP Server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4: Go to the config menu of the server and go to services-&gt; DHCP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5: Apply default gateway, start IP     address, and maximum number of users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6: Give gateway address to PCs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7: select DHCP in the config menu of all PCs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endParaRPr lang="en-IN" sz="24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B0D53-CD21-C841-5451-0D293141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251" y="954393"/>
            <a:ext cx="5523920" cy="482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6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FTP in CPT</a:t>
            </a:r>
          </a:p>
        </p:txBody>
      </p:sp>
      <p:sp>
        <p:nvSpPr>
          <p:cNvPr id="354" name="Google Shape;354;p26"/>
          <p:cNvSpPr txBox="1"/>
          <p:nvPr/>
        </p:nvSpPr>
        <p:spPr>
          <a:xfrm>
            <a:off x="0" y="711201"/>
            <a:ext cx="11799650" cy="522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the DHCP server using Cisco Packet Tracer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1: Create network as shown in figure.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endParaRPr sz="24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E518B-87ED-F719-E71B-843E26170B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854" b="11197"/>
          <a:stretch/>
        </p:blipFill>
        <p:spPr>
          <a:xfrm>
            <a:off x="1468477" y="2354094"/>
            <a:ext cx="7173326" cy="312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0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FTP in CPT</a:t>
            </a:r>
          </a:p>
        </p:txBody>
      </p:sp>
      <p:sp>
        <p:nvSpPr>
          <p:cNvPr id="354" name="Google Shape;354;p26"/>
          <p:cNvSpPr txBox="1"/>
          <p:nvPr/>
        </p:nvSpPr>
        <p:spPr>
          <a:xfrm>
            <a:off x="250097" y="711201"/>
            <a:ext cx="6838125" cy="5631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2: Apply IP configuration to PCs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3: Apply IP configuration to FTP Server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4: Go to the config menu of the server and go to services-&gt; FTP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5: </a:t>
            </a:r>
            <a:r>
              <a:rPr lang="en-US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Set the username and password for the FTP server</a:t>
            </a: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6: Give all the access like write, read, delete, rename, and list 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7: Give gateway address to PCs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endParaRPr lang="en-IN" sz="24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FC832-EF95-C1BF-5775-572D4181D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222" y="876571"/>
            <a:ext cx="4789251" cy="487682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E30028-DA8F-ACB5-3BA8-0DA31E44A347}"/>
              </a:ext>
            </a:extLst>
          </p:cNvPr>
          <p:cNvCxnSpPr>
            <a:cxnSpLocks/>
          </p:cNvCxnSpPr>
          <p:nvPr/>
        </p:nvCxnSpPr>
        <p:spPr>
          <a:xfrm flipV="1">
            <a:off x="3344694" y="2052536"/>
            <a:ext cx="5167008" cy="8133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E6A72B-6D95-A7B2-3587-81408DF941FA}"/>
              </a:ext>
            </a:extLst>
          </p:cNvPr>
          <p:cNvCxnSpPr>
            <a:cxnSpLocks/>
          </p:cNvCxnSpPr>
          <p:nvPr/>
        </p:nvCxnSpPr>
        <p:spPr>
          <a:xfrm flipV="1">
            <a:off x="5329137" y="1974715"/>
            <a:ext cx="4962727" cy="9660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9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11A6-1DC1-161B-C17B-65532C17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FTP in CPT – Cont.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E425A-2645-FB27-FE3E-B7477FC5E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347440" cy="5590565"/>
          </a:xfrm>
        </p:spPr>
        <p:txBody>
          <a:bodyPr/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8: Go to PCs, create and save the text file.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9: Check text file is shown in the directory.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IN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10: Insert .txt file in the FTP server. And delete the file from FTP.</a:t>
            </a:r>
          </a:p>
          <a:p>
            <a:pPr marL="887412" lvl="1" indent="-342900">
              <a:spcBef>
                <a:spcPts val="1000"/>
              </a:spcBef>
              <a:buSzPts val="2800"/>
            </a:pPr>
            <a:r>
              <a:rPr lang="en-IN" dirty="0"/>
              <a:t>Commands: ftp IP address of server</a:t>
            </a:r>
          </a:p>
          <a:p>
            <a:pPr marL="887412" lvl="1" indent="-342900">
              <a:spcBef>
                <a:spcPts val="1000"/>
              </a:spcBef>
              <a:buSzPts val="2800"/>
            </a:pPr>
            <a:r>
              <a:rPr lang="en-IN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file in server c</a:t>
            </a:r>
            <a:r>
              <a:rPr lang="en-IN" dirty="0"/>
              <a:t>ommand: put</a:t>
            </a:r>
          </a:p>
          <a:p>
            <a:pPr marL="887412" lvl="1" indent="-342900">
              <a:spcBef>
                <a:spcPts val="1000"/>
              </a:spcBef>
              <a:buSzPts val="2800"/>
            </a:pPr>
            <a:r>
              <a:rPr lang="en-IN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Delete file in server command: delete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0D1F1-6639-55A3-2EE6-1A5FF5285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27" y="785622"/>
            <a:ext cx="5076511" cy="509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5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18635</TotalTime>
  <Words>651</Words>
  <Application>Microsoft Office PowerPoint</Application>
  <PresentationFormat>Widescreen</PresentationFormat>
  <Paragraphs>85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Roboto Condensed Light</vt:lpstr>
      <vt:lpstr>Wingdings</vt:lpstr>
      <vt:lpstr>Calibri</vt:lpstr>
      <vt:lpstr>Wingdings 3</vt:lpstr>
      <vt:lpstr>Noto Sans Symbols</vt:lpstr>
      <vt:lpstr>Roboto Condensed</vt:lpstr>
      <vt:lpstr>Arial</vt:lpstr>
      <vt:lpstr>VIdeo Lecture 16x9 Light Template</vt:lpstr>
      <vt:lpstr> Implementation of DNS, DHCP and FTP </vt:lpstr>
      <vt:lpstr>PowerPoint Presentation</vt:lpstr>
      <vt:lpstr>DNS (Domain Name system)</vt:lpstr>
      <vt:lpstr>DNS (Domain Name system)</vt:lpstr>
      <vt:lpstr>DNS in CPT</vt:lpstr>
      <vt:lpstr>DNS in CPT</vt:lpstr>
      <vt:lpstr>DNS in CPT</vt:lpstr>
      <vt:lpstr>DHCP (Dynamic Host Configuration Protocol)</vt:lpstr>
      <vt:lpstr>DHCP in CPT</vt:lpstr>
      <vt:lpstr>DHCP in CPT</vt:lpstr>
      <vt:lpstr>FTP in CPT</vt:lpstr>
      <vt:lpstr>FTP in CPT</vt:lpstr>
      <vt:lpstr>FTP in CPT – Cont.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 Transmission Media</dc:title>
  <dc:creator>dolly</dc:creator>
  <cp:lastModifiedBy>Shruti Zalariya</cp:lastModifiedBy>
  <cp:revision>185</cp:revision>
  <dcterms:modified xsi:type="dcterms:W3CDTF">2026-07-14T04:55:20Z</dcterms:modified>
</cp:coreProperties>
</file>